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C1440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B94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 ANALYTICS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37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&amp; Business Intelligence Project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 ·   T-SQL   ·   POWER QUERY   ·   POWER BI   ·   DAX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5806440"/>
            <a:ext cx="1280160" cy="0"/>
          </a:xfrm>
          <a:prstGeom prst="line">
            <a:avLst/>
          </a:prstGeom>
          <a:noFill/>
          <a:ln w="38100">
            <a:solidFill>
              <a:srgbClr val="C1440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Hanraj Hari Krishna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6236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SQL · Power BI · DAX · Tableau · Python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transactional pizza sales data end-to-end — from raw records in SQL Server through to an interactive Power BI dashboard — to turn everyday order data into decisions leadership can act 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FAF7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75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order-level data into KPIs, rankings, and trend analysis that answer real business questions — not just charts for their own sake.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261872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216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395728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962656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9169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&amp; seasonality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529584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838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bottom-performing pizzas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26480" y="4096512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2648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050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size performance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0" y="4663440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26480" y="5230368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26480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184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&amp; YoY performance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carrying data from raw rows to a finished dashboard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SQL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85623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business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185623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898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409651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138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09651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138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calculations &amp; measures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3A2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096512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138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documentation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 data moves through six stages to become business insight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AF7F4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420624" cy="42062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414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Pizza Sales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AF7F4"/>
          </a:solidFill>
          <a:ln/>
        </p:spPr>
      </p:sp>
      <p:sp>
        <p:nvSpPr>
          <p:cNvPr id="10" name="Shape 8"/>
          <p:cNvSpPr/>
          <p:nvPr/>
        </p:nvSpPr>
        <p:spPr>
          <a:xfrm>
            <a:off x="4590288" y="1892808"/>
            <a:ext cx="420624" cy="42062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4414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Validation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36408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AF7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892808"/>
            <a:ext cx="420624" cy="42062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4414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Advanced T-SQL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AF7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3950208"/>
            <a:ext cx="420624" cy="42062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4988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87368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AF7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90288" y="3950208"/>
            <a:ext cx="420624" cy="420624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9028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4988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 + DAX Measures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36408" y="4297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C1440E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39502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932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449884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→ Business Insights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demonstrated across the T-SQL scripts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B1B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SQL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368296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066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209544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127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630168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547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68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471416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4389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4892040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4809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" y="5312664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5230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/ CONVERT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AF7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Window Functions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224028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0" y="224028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301752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3017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0" y="301752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0" y="3017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46520" y="379476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44000" y="3794760"/>
            <a:ext cx="25146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4343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power the leaderboards — ranking pizzas by revenue, comparing order-to-order changes, and bucketing products into performance tiers.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&amp; DAX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measures and functions behind every dashboard visual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areas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29184" cy="329184"/>
          </a:xfrm>
          <a:prstGeom prst="ellipse">
            <a:avLst/>
          </a:prstGeom>
          <a:solidFill>
            <a:srgbClr val="4C70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4C703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386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(MoM / YoY / YTD)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29184" cy="329184"/>
          </a:xfrm>
          <a:prstGeom prst="ellipse">
            <a:avLst/>
          </a:prstGeom>
          <a:solidFill>
            <a:srgbClr val="4C703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8895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ranking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329184" cy="329184"/>
          </a:xfrm>
          <a:prstGeom prst="ellipse">
            <a:avLst/>
          </a:prstGeom>
          <a:solidFill>
            <a:srgbClr val="4C703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60720" y="1508760"/>
            <a:ext cx="5760720" cy="4709160"/>
          </a:xfrm>
          <a:prstGeom prst="roundRect">
            <a:avLst>
              <a:gd name="adj" fmla="val 1942"/>
            </a:avLst>
          </a:prstGeom>
          <a:solidFill>
            <a:srgbClr val="2B1B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Functions in Use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0" y="224028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54696" y="224028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54696" y="224028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74352" y="224028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74352" y="224028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35040" y="29718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ALLSELECTED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54696" y="297180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54696" y="29718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REMOVEFILTERS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74352" y="297180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74352" y="297180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35040" y="370332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0" y="370332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SUMX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54696" y="370332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54696" y="370332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AVERAGEX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674352" y="370332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74352" y="370332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SELECTEDVALUE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035040" y="443484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35040" y="443484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HASONEVALUE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54696" y="443484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54696" y="443484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ISINSCOPE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74352" y="4434840"/>
            <a:ext cx="1709928" cy="566928"/>
          </a:xfrm>
          <a:prstGeom prst="roundRect">
            <a:avLst>
              <a:gd name="adj" fmla="val 50000"/>
            </a:avLst>
          </a:prstGeom>
          <a:solidFill>
            <a:srgbClr val="3A2A1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74352" y="4434840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straight from the finished Power BI dashboard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C144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$850.64K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70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C1440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8562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770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C144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562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70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Pizzas Sold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18562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$39.84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770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dashboard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4023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Pizza Analysis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672584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6725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4672584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6725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Analysis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218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Revenue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5321808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FAF7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53218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Executive Sales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monthly revenue trend, category &amp; size revenue, MoM growth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22045" y="1261872"/>
            <a:ext cx="9547606" cy="5385816"/>
          </a:xfrm>
          <a:prstGeom prst="roundRect">
            <a:avLst>
              <a:gd name="adj" fmla="val 1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izza_pptx/dash/exec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773" y="1371600"/>
            <a:ext cx="9328150" cy="5166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Product Category &amp;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share, order volume, top pizzas by category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519371" y="1261872"/>
            <a:ext cx="9152954" cy="5385816"/>
          </a:xfrm>
          <a:prstGeom prst="roundRect">
            <a:avLst>
              <a:gd name="adj" fmla="val 1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izza_pptx/dash/product_categ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099" y="1371600"/>
            <a:ext cx="8933498" cy="5166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Sales Trend &amp; Business Insights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growth, rolling 7-day revenue, top 10 pizzas, category volume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61987" y="1261872"/>
            <a:ext cx="9267722" cy="5385816"/>
          </a:xfrm>
          <a:prstGeom prst="roundRect">
            <a:avLst>
              <a:gd name="adj" fmla="val 1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izza_pptx/dash/sales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715" y="1371600"/>
            <a:ext cx="9048266" cy="5166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once the KPIs and charts are read together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1664208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leads, but the field is close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is the top category at $229.1K (26.9% of revenue); Veggie trails at $200.7K (23.6%) — only a ~3-point spread across all four categories.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37360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02552" y="1664208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drive the business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57400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 accounts for $392,633 in revenue — more than Medium and Small combined — while XL/XXL are negligible.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19856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3346704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 is the single best seller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39896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all products at $45,680, narrowly ahead of The Barbecue Chicken Pizza ($45,080) and The California Chicken Pizza ($44,020).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36976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19856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02552" y="3346704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flat, not growing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739896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hovers in a narrow $67K–$76K band all year, and MoM growth trends downward — from +9% in November to –8% by December.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19472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8992" y="5029200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also wins on order count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22392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logs the most orders (10,859) despite Chicken pizzas placing higher in the individual top-seller list — volume and top-line hits don’t fully overlap.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919472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AF7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5102352"/>
            <a:ext cx="128016" cy="12801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02552" y="5029200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economics are steady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422392"/>
            <a:ext cx="4983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holds at $39.84 across ~21K orders and 50K pizzas sold — about 2.4 pizzas per order, consistently.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Answered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lets leadership ask — and get answered instantly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28216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 generated?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9" name="Shape 7"/>
          <p:cNvSpPr/>
          <p:nvPr/>
        </p:nvSpPr>
        <p:spPr>
          <a:xfrm>
            <a:off x="6428232" y="1728216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22008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and pizzas were sold?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432304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60604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5237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 (AOV)?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432304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8232" y="260604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5237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revenue change month over month?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483864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pizzas generate the highest revenue?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310128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8232" y="3483864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pizzas have the lowest revenue?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4361688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42793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pizza categories contribute the most revenue?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4187952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4361688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42793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pizza sizes are most popular?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065776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" y="5239512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298448" y="515721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cities/areas generate the highest order volume?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63640" y="5065776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8232" y="5239512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2823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22008" y="515721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revenue does each pizza/category contribute?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45" name="Shape 43"/>
          <p:cNvSpPr/>
          <p:nvPr/>
        </p:nvSpPr>
        <p:spPr>
          <a:xfrm>
            <a:off x="804672" y="6117336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4672" y="6117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298448" y="6035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current revenue compare with the previous year?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263640" y="594360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3A2A1E"/>
          </a:solidFill>
          <a:ln/>
        </p:spPr>
      </p:sp>
      <p:sp>
        <p:nvSpPr>
          <p:cNvPr id="49" name="Shape 47"/>
          <p:cNvSpPr/>
          <p:nvPr/>
        </p:nvSpPr>
        <p:spPr>
          <a:xfrm>
            <a:off x="6428232" y="6117336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28232" y="6117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22008" y="60350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need further business attention?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3657600" cy="3657600"/>
          </a:xfrm>
          <a:prstGeom prst="ellipse">
            <a:avLst/>
          </a:prstGeom>
          <a:solidFill>
            <a:srgbClr val="C1440E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an end-to-end analytics workflow — combining SQL, data quality checks, Power Query, Power BI, and DAX — to transform raw transactional sales data into business-focused insight leadership can act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7498080" cy="2468880"/>
          </a:xfrm>
          <a:prstGeom prst="roundRect">
            <a:avLst>
              <a:gd name="adj" fmla="val 3704"/>
            </a:avLst>
          </a:prstGeom>
          <a:solidFill>
            <a:srgbClr val="FAF7F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91840"/>
            <a:ext cx="777240" cy="7772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310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Hanraj Hari Krishna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703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SQL · Power BI · DAX · Tableau · Python · Advanced Excel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linkedin.com/in/hari-krishna-178397145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github.com/harikrishna-analytics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Pizza-Sales-Analytics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2026-09-22T07:36:26Z</dcterms:created>
  <dcterms:modified xsi:type="dcterms:W3CDTF">2026-09-22T07:36:26Z</dcterms:modified>
</cp:coreProperties>
</file>